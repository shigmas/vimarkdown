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左で書いて右で見る。でも右でも直したい。</a:t>
            </a:r>
          </a:p>
          <a:p>
            <a:r>
              <a:t>ので viMarkdown 作った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N.Tsuda (vivisuke)</a:t>
            </a:r>
          </a:p>
          <a:p>
            <a:r>
              <a:t>自宅研究員（首席）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発表の目的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マークダウンエディタを作ってみたので</a:t>
            </a:r>
          </a:p>
          <a:p>
            <a:r>
              <a:t>反応が知りたくて登壇してみた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現状</a:t>
            </a:r>
          </a:p>
          <a:p>
            <a:r>
              <a:t>基本機能</a:t>
            </a:r>
          </a:p>
          <a:p>
            <a:r>
              <a:t>独自機能</a:t>
            </a:r>
          </a:p>
          <a:p>
            <a:r>
              <a:t>今後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・2025年末から忘年会のノリで開発開始</a:t>
            </a:r>
          </a:p>
          <a:p>
            <a:r>
              <a:t>・Githubにてソース公開</a:t>
            </a:r>
          </a:p>
          <a:p>
            <a:r>
              <a:t>・窓の杜アップデートに掲載</a:t>
            </a:r>
          </a:p>
          <a:p>
            <a:r>
              <a:t>・2026年4月末 ver0.2 安定版リリース</a:t>
            </a:r>
          </a:p>
          <a:p>
            <a:r>
              <a:t>・累計ダウンロード：約600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・エディタ・プレビュー方式</a:t>
            </a:r>
          </a:p>
          <a:p>
            <a:r>
              <a:t>・CommonMark / GFM 準拠</a:t>
            </a:r>
          </a:p>
          <a:p>
            <a:r>
              <a:t>・軽量・高速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独自機能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・罫線ブロック</a:t>
            </a:r>
          </a:p>
          <a:p>
            <a:r>
              <a:t>・CSVブロック</a:t>
            </a:r>
          </a:p>
          <a:p>
            <a:r>
              <a:t>・プレビュー内編集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・viコマンド</a:t>
            </a:r>
          </a:p>
          <a:p>
            <a:r>
              <a:t>・CMake化</a:t>
            </a:r>
          </a:p>
          <a:p>
            <a:r>
              <a:t>・MacOS対応</a:t>
            </a:r>
          </a:p>
          <a:p>
            <a:r>
              <a:t>・多言語対応（日英）</a:t>
            </a:r>
          </a:p>
          <a:p>
            <a:r>
              <a:t>・正規表現検索 / grep</a:t>
            </a:r>
          </a:p>
          <a:p>
            <a:r>
              <a:t>・SVG / 差分パース</a:t>
            </a:r>
          </a:p>
          <a:p>
            <a:r>
              <a:t>・UX改善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・2026年末 ver0.4 リリース</a:t>
            </a:r>
          </a:p>
          <a:p>
            <a:r>
              <a:t>・累計ダウンロード 2,500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